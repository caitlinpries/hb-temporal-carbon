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7" r:id="rId2"/>
    <p:sldId id="259" r:id="rId3"/>
    <p:sldId id="267" r:id="rId4"/>
    <p:sldId id="256" r:id="rId5"/>
    <p:sldId id="269" r:id="rId6"/>
    <p:sldId id="268" r:id="rId7"/>
    <p:sldId id="258" r:id="rId8"/>
    <p:sldId id="260" r:id="rId9"/>
    <p:sldId id="262" r:id="rId10"/>
    <p:sldId id="263" r:id="rId11"/>
    <p:sldId id="264" r:id="rId12"/>
    <p:sldId id="266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/>
    <p:restoredTop sz="94622"/>
  </p:normalViewPr>
  <p:slideViewPr>
    <p:cSldViewPr snapToGrid="0">
      <p:cViewPr>
        <p:scale>
          <a:sx n="108" d="100"/>
          <a:sy n="108" d="100"/>
        </p:scale>
        <p:origin x="2944" y="1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821ACB-426E-C649-875B-06B6170E53D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459AEE-7495-D24E-B21E-E45223BC7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3803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we use comparisons between watershed 1 and watershed 6 to tease apart climate vs atmospheric chemistry drivers?</a:t>
            </a:r>
          </a:p>
          <a:p>
            <a:endParaRPr lang="en-US" dirty="0"/>
          </a:p>
          <a:p>
            <a:r>
              <a:rPr lang="en-US" dirty="0"/>
              <a:t>Standardized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459AEE-7495-D24E-B21E-E45223BC7DA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646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B72E9-6FD7-5F48-FC5D-10D2C290ED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40C660-A3C3-EE6F-4E8F-62F8BB3C8D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451A13-8853-5781-6221-F38E8B280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CD87D-2D4F-8B45-B68F-79BCB0A7DEB7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59F69-DA63-2341-A941-D5CD199E3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855B6-93F9-7EFC-CEEE-5FDFC2E01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9DC4B-7100-3246-9FC6-6579CAF050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258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4E221-31B3-1B1F-66FA-3CA2A0AFE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B2E8E-9AB4-B51F-1123-9E3A81F08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9AA02-FAAF-3F59-F8AA-E85131EA5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CD87D-2D4F-8B45-B68F-79BCB0A7DEB7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A73D61-1356-886B-9D10-C3757C07E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C56B6-8440-9C72-DE8F-D01EC3E4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9DC4B-7100-3246-9FC6-6579CAF050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14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B9678-FA58-4DE2-62FE-2CDEFB3E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35CB3-49B1-7CE6-FE26-A98EED6598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2177F-EFA8-3CFB-10B9-7F248BCFF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CD87D-2D4F-8B45-B68F-79BCB0A7DEB7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C88512-D6B8-E738-DA7A-BDB4A7D33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CA408-4093-EA56-DE7F-7A7318837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9DC4B-7100-3246-9FC6-6579CAF050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483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0B66C-DE52-F8F9-D08D-B9D24712C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EB575-1D53-38DD-D9F4-BBCEF93356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A74A97-8572-173F-430A-F8F5D23ADF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8337EC-807E-665A-5F4D-8D0FBC936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CD87D-2D4F-8B45-B68F-79BCB0A7DEB7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25B6D-EA4A-23BF-A017-25247604E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40134B-53F2-0FCD-C3FA-8D7EB9E6F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9DC4B-7100-3246-9FC6-6579CAF050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587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0D0E4-8571-D3AC-5771-A3F1AB5DB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12040-37C8-50A5-8677-B902DBCE4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EA244E-2D6E-10B8-7B22-BEE2E9AB0E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00DE9D-8340-5B27-1FCA-2337BCDCEA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94FB38-A480-21DC-A897-C4BDFF5AE6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C1A094-E4BB-CB93-7ED0-8716B3191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CD87D-2D4F-8B45-B68F-79BCB0A7DEB7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CBA0A6-C444-1560-1864-9D72C2B17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87B680-1DC9-D5B2-7AC8-413106A6A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9DC4B-7100-3246-9FC6-6579CAF050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170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79B47-107B-F7D2-8359-863D7B6ED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930A79-40B7-9BF0-B058-9ECAD0AFC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CD87D-2D4F-8B45-B68F-79BCB0A7DEB7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5F8CF3-6E61-E11F-7220-DA37AA20F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9A668E-DF6B-DD08-8F1D-A92BED521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9DC4B-7100-3246-9FC6-6579CAF050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327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4A6CFA-4BEA-C9B1-CC1C-CCD6F1D9A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CD87D-2D4F-8B45-B68F-79BCB0A7DEB7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570FFE-E84A-1940-05D5-A465CB60F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7E7283-B2AD-F08E-2703-61AD79DBB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9DC4B-7100-3246-9FC6-6579CAF050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115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15200-4DAA-5580-4017-B6F6542A8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FBB0-4224-4108-1235-95AF08CC72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0B2AC1-CA3E-6013-579E-B25023426B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137998-B951-0A06-A519-18E8DC1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CD87D-2D4F-8B45-B68F-79BCB0A7DEB7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806FF9-B381-1F4A-4EB7-0F927F10B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47137-D4EC-F66B-9AAA-C12F1A36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9DC4B-7100-3246-9FC6-6579CAF050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463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FEB3F-B156-FCD5-4ACC-BE07CA314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4B7592-F7FD-30DC-C5B0-158C93CF22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359BE3-3C70-18FB-6388-F2007FA0D4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C4C891-2586-15F5-9C1C-48DFE4365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CD87D-2D4F-8B45-B68F-79BCB0A7DEB7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5C022C-3755-A77D-37F2-C68E0F81A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3930D-E343-93BF-5873-4657F630B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9DC4B-7100-3246-9FC6-6579CAF050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1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47104-286F-B78F-04C5-B2F69AE5B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AA7F59-2B7F-4AE7-4B7E-E6E007A8F0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AB46A-365F-9793-8933-2BD4D6E72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CD87D-2D4F-8B45-B68F-79BCB0A7DEB7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48F56A-2C6C-2998-70C6-090C618DC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80250F-C519-748B-8C06-8F82571CE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9DC4B-7100-3246-9FC6-6579CAF050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711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FB8202-A52E-8AFC-C67F-85568C25A1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E11F1-802F-5E17-8E47-1BBE375DC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6827AF-8F0A-7681-46E6-169F740F9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CD87D-2D4F-8B45-B68F-79BCB0A7DEB7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3A5B7F-8FFB-8213-593F-0B686C72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5650-35B2-3B56-175C-091135600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B9DC4B-7100-3246-9FC6-6579CAF050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948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081999-1EA1-6F6B-5EB4-127A91336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68145C-2AE6-B058-C089-A69F40009E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67A79B-0C6A-D083-1EB1-7EB125141F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5CD87D-2D4F-8B45-B68F-79BCB0A7DEB7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DF7D1-0B22-A3C4-D72A-07FC231052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BAF617-879F-CE3A-C712-752CBF05B4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9DC4B-7100-3246-9FC6-6579CAF050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829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C09FB-2DC4-50DD-6568-15AF76746D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Temporal Trends in Carbon Cycling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7F81AC-FFCF-9BD6-7128-1B42006A6B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57532"/>
            <a:ext cx="9144000" cy="1655762"/>
          </a:xfrm>
        </p:spPr>
        <p:txBody>
          <a:bodyPr/>
          <a:lstStyle/>
          <a:p>
            <a:r>
              <a:rPr lang="en-US" dirty="0"/>
              <a:t>Caitlin Hicks Pries</a:t>
            </a:r>
          </a:p>
          <a:p>
            <a:r>
              <a:rPr lang="en-US" dirty="0"/>
              <a:t>And many members of the carbon temporal synthesis group</a:t>
            </a:r>
          </a:p>
        </p:txBody>
      </p:sp>
    </p:spTree>
    <p:extLst>
      <p:ext uri="{BB962C8B-B14F-4D97-AF65-F5344CB8AC3E}">
        <p14:creationId xmlns:p14="http://schemas.microsoft.com/office/powerpoint/2010/main" val="2608950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2E62931-8EB4-42BB-BAAB-D8757BE66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BEAA41-ACBF-4B16-9279-B415E57C3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7461" y="728664"/>
            <a:ext cx="4984813" cy="3157080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How has global change affected the carbon cycle at Hubbard Brook?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B75017-DD6A-8FB6-D86C-E2EFD01A0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352" b="-2"/>
          <a:stretch>
            <a:fillRect/>
          </a:stretch>
        </p:blipFill>
        <p:spPr>
          <a:xfrm rot="5400000">
            <a:off x="-426243" y="426244"/>
            <a:ext cx="6858000" cy="6005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67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4532C-C370-3FA0-2E0D-C16C883C3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016CC-5663-EEFA-FFFB-C87685F97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effort came out of the Carbon Cycle workshop in January</a:t>
            </a:r>
          </a:p>
          <a:p>
            <a:endParaRPr lang="en-US" dirty="0"/>
          </a:p>
          <a:p>
            <a:r>
              <a:rPr lang="en-US" dirty="0"/>
              <a:t>We want to find a way to synthesize the myriad of long-term data products related to the carbon cycle</a:t>
            </a:r>
          </a:p>
          <a:p>
            <a:endParaRPr lang="en-US" dirty="0"/>
          </a:p>
          <a:p>
            <a:r>
              <a:rPr lang="en-US" dirty="0"/>
              <a:t>There are many projects examining temporal trends at Hubbard Brook, but we *think* this is the only one focused on the carbon cycle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1590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AAB8BB5-164C-4EEC-7395-4E457DA2FAE9}"/>
              </a:ext>
            </a:extLst>
          </p:cNvPr>
          <p:cNvSpPr txBox="1"/>
          <p:nvPr/>
        </p:nvSpPr>
        <p:spPr>
          <a:xfrm>
            <a:off x="5442856" y="643622"/>
            <a:ext cx="6444344" cy="6278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What are the timelines of change over the past ~40-50 years at Hubbard Brook?</a:t>
            </a:r>
          </a:p>
          <a:p>
            <a:endParaRPr lang="en-US" dirty="0"/>
          </a:p>
          <a:p>
            <a:r>
              <a:rPr lang="en-US" sz="3200" dirty="0"/>
              <a:t>What is the rate and direction of change of carbon-related parameters in </a:t>
            </a:r>
            <a:r>
              <a:rPr lang="en-US" sz="3200" b="1" dirty="0">
                <a:solidFill>
                  <a:schemeClr val="accent6"/>
                </a:solidFill>
              </a:rPr>
              <a:t>plants</a:t>
            </a:r>
            <a:r>
              <a:rPr lang="en-US" sz="3200" dirty="0"/>
              <a:t>, </a:t>
            </a:r>
            <a:r>
              <a:rPr lang="en-US" sz="3200" b="1" dirty="0">
                <a:solidFill>
                  <a:schemeClr val="accent2">
                    <a:lumMod val="50000"/>
                  </a:schemeClr>
                </a:solidFill>
              </a:rPr>
              <a:t>soils</a:t>
            </a:r>
            <a:r>
              <a:rPr lang="en-US" sz="3200" dirty="0"/>
              <a:t>, and </a:t>
            </a:r>
            <a:r>
              <a:rPr lang="en-US" sz="3200" b="1" dirty="0">
                <a:solidFill>
                  <a:srgbClr val="0070C0"/>
                </a:solidFill>
              </a:rPr>
              <a:t>streams</a:t>
            </a:r>
            <a:r>
              <a:rPr lang="en-US" sz="3200" dirty="0"/>
              <a:t>? Are these changes gradual or abrupt?</a:t>
            </a:r>
          </a:p>
          <a:p>
            <a:endParaRPr lang="en-US" dirty="0"/>
          </a:p>
          <a:p>
            <a:r>
              <a:rPr lang="en-US" sz="3200" dirty="0"/>
              <a:t>How do these changes compare to changes in drivers?</a:t>
            </a:r>
          </a:p>
          <a:p>
            <a:endParaRPr lang="en-US" sz="3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C9B33B-8683-C90F-405D-E2990F8F4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872"/>
            <a:ext cx="5125741" cy="683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721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062C7-2649-9A81-45EF-B7C736A90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2246C-C71E-B9DE-B137-C2F1E06C0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Hypothesis: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EEFBE-CA57-8221-3F34-0C7B655041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an interaction wherein the responses to climate change are more pronounced after a certain threshold of recovery from the effects of acid rain has occurred. 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8825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4CC-4285-3222-378F-EC5340334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D53DB-E9AD-AD0E-A5F2-B962D687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3198" y="89065"/>
            <a:ext cx="10515600" cy="1325563"/>
          </a:xfrm>
        </p:spPr>
        <p:txBody>
          <a:bodyPr/>
          <a:lstStyle/>
          <a:p>
            <a:r>
              <a:rPr lang="en-US" dirty="0"/>
              <a:t>Potential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84591-C82C-EB28-7B87-1A95678C1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628"/>
            <a:ext cx="10515600" cy="494331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Graph all of the potentially relevant datasets!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Standardized analyses of the temporal datasets: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Is it changing?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Is there a linear trend? Positive or negative? What is the (standardized) slope?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How it is nonlinear?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Does it have a breakpoint?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Choose which watersheds to investigate. Can we use comparisons between WS 1 and WS 6 to tease apart climate vs atmospheric chemistry drivers?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about elevational gradients?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846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0A289-2EAE-009E-FC64-A85A9159D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99306"/>
          </a:xfrm>
        </p:spPr>
        <p:txBody>
          <a:bodyPr/>
          <a:lstStyle/>
          <a:p>
            <a:r>
              <a:rPr lang="en-US" dirty="0"/>
              <a:t>Climate Driver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5E8EDB-E10F-10E5-95BA-1FCC91025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5" y="1763966"/>
            <a:ext cx="5572116" cy="334381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A0FCF14-26AD-EF19-5788-05E79DFDC2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49936"/>
            <a:ext cx="5357811" cy="35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035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80994-BC14-0B43-9253-5E8471E0F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2D222-E8ED-3648-EAA9-9AFFAD9E9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99306"/>
          </a:xfrm>
        </p:spPr>
        <p:txBody>
          <a:bodyPr/>
          <a:lstStyle/>
          <a:p>
            <a:r>
              <a:rPr lang="en-US" dirty="0"/>
              <a:t>Atmospheric Chemistry Driver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7DE8DB-880A-7DC5-E06F-D154C00C3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357" y="1780530"/>
            <a:ext cx="5275104" cy="32969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B6E6F4-5736-4AF5-2F41-0C0CF208E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693514"/>
            <a:ext cx="5395823" cy="3372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483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44B2D-D6CC-3656-831C-54D59E754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5808A3-1F44-7AC0-EE02-31B87F418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552" y="2169568"/>
            <a:ext cx="5410448" cy="33815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776BC7-31B1-469F-EA28-52CE9E702E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593" y="2169568"/>
            <a:ext cx="5672689" cy="354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159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FCECF-3FA6-5676-A0DC-69ED23319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0913C-2B06-AB02-AD8E-B325E9621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Plant Response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7B573D-F716-6357-3CA9-D52B85427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636" y="1813728"/>
            <a:ext cx="5772757" cy="360797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DEA7110-F4C2-DC3C-C020-DF9F87660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390" y="1690688"/>
            <a:ext cx="5682382" cy="3551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557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60F76-24E5-8FBC-9EA8-0995DD0D3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30634-8375-4A99-23F0-F29861AF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Soil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AC6224-DAC9-4D10-A91C-D6DFA7DA2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83" y="1923690"/>
            <a:ext cx="5631321" cy="35195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E11543-C303-1D9C-C18B-F8C52E38D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54679"/>
            <a:ext cx="5631322" cy="3519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6411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EF84F7-EB9A-369B-4ECC-D5E1CCFFE9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688" y="1506792"/>
            <a:ext cx="4113795" cy="51434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FB7C539-557A-A4CE-99E8-E30BA67AE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606" y="1428750"/>
            <a:ext cx="4113795" cy="5143499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6228A559-AE13-9039-12B8-0C2D35223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175" y="-184944"/>
            <a:ext cx="10515600" cy="1325563"/>
          </a:xfrm>
        </p:spPr>
        <p:txBody>
          <a:bodyPr/>
          <a:lstStyle/>
          <a:p>
            <a:r>
              <a:rPr lang="en-US" dirty="0"/>
              <a:t>Soil Response</a:t>
            </a:r>
          </a:p>
        </p:txBody>
      </p:sp>
    </p:spTree>
    <p:extLst>
      <p:ext uri="{BB962C8B-B14F-4D97-AF65-F5344CB8AC3E}">
        <p14:creationId xmlns:p14="http://schemas.microsoft.com/office/powerpoint/2010/main" val="8991353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25C80-9D8F-5B34-23D6-49B75BAA8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996BD-1A34-3213-CF0C-901412BF4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Soil Response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553423-EBFF-9B01-6E2B-44EAB8779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636" y="1116043"/>
            <a:ext cx="6000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132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1258</TotalTime>
  <Words>287</Words>
  <Application>Microsoft Macintosh PowerPoint</Application>
  <PresentationFormat>Widescreen</PresentationFormat>
  <Paragraphs>41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Temporal Trends in Carbon Cycling</vt:lpstr>
      <vt:lpstr>How has global change affected the carbon cycle at Hubbard Brook?</vt:lpstr>
      <vt:lpstr>Some Background</vt:lpstr>
      <vt:lpstr>PowerPoint Presentation</vt:lpstr>
      <vt:lpstr>Potential Hypothesis:</vt:lpstr>
      <vt:lpstr>Potential Approach</vt:lpstr>
      <vt:lpstr>Climate Driver</vt:lpstr>
      <vt:lpstr>Atmospheric Chemistry Driver</vt:lpstr>
      <vt:lpstr>Stream Response</vt:lpstr>
      <vt:lpstr>Plant Response</vt:lpstr>
      <vt:lpstr>Soil Response</vt:lpstr>
      <vt:lpstr>Soil Response</vt:lpstr>
      <vt:lpstr>Soil Response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Caitlin Hicks Pries</dc:creator>
  <cp:lastModifiedBy>Caitlin Hicks Pries</cp:lastModifiedBy>
  <cp:revision>6</cp:revision>
  <dcterms:created xsi:type="dcterms:W3CDTF">2026-07-06T00:56:09Z</dcterms:created>
  <dcterms:modified xsi:type="dcterms:W3CDTF">2026-07-06T21:55:00Z</dcterms:modified>
</cp:coreProperties>
</file>